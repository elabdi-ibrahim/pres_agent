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Quality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Completeness</c:v>
                  </c:pt>
                  <c:pt idx="1">
                    <c:v>Accuracy</c:v>
                  </c:pt>
                  <c:pt idx="2">
                    <c:v>Consistency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85</c:v>
                </c:pt>
                <c:pt idx="2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Performance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F1-Score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82</c:v>
                </c:pt>
                <c:pt idx="1">
                  <c:v>78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</a:rPr>
              <a:t>PROJECT VISION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>
              <a:gd name="adj" fmla="val 11111"/>
            </a:avLst>
          </a:prstGeom>
          <a:solidFill>
            <a:srgbClr val="065A82"/>
          </a:solidFill>
          <a:ln w="12700">
            <a:solidFill>
              <a:srgbClr val="21212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Define measurable goals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560320" cy="1645920"/>
          </a:xfrm>
          <a:prstGeom prst="rect">
            <a:avLst>
              <a:gd name="adj" fmla="val 11111"/>
            </a:avLst>
          </a:prstGeom>
          <a:solidFill>
            <a:srgbClr val="1C7293"/>
          </a:solidFill>
          <a:ln w="12700">
            <a:solidFill>
              <a:srgbClr val="21212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Stakeholders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600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Identify key contributors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560320" cy="1645920"/>
          </a:xfrm>
          <a:prstGeom prst="rect">
            <a:avLst>
              <a:gd name="adj" fmla="val 11111"/>
            </a:avLst>
          </a:prstGeom>
          <a:solidFill>
            <a:srgbClr val="21295C"/>
          </a:solidFill>
          <a:ln w="12700">
            <a:solidFill>
              <a:srgbClr val="21212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143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6002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Data sources &amp; deliverables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</a:rPr>
              <a:t>WORKFLOW &amp; DATA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Collect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828800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137160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Clean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828800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37160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Engineer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828800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137160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828800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37160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Deploy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METRICS DASHBOARD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4572000"/>
            <a:ext cx="512064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343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Data Cleaning Progress: 70%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14400" y="5120640"/>
            <a:ext cx="73152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5120640"/>
            <a:ext cx="402336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Model Training Progress: 55%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RISK &amp; IMPACT MATRIX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34000" y="609600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74080" y="609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Incomplete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0" y="45720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5008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Stakeholder Delay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3048000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3048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Model Overfit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Impact 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 rot="5400000">
            <a:off x="9144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Likelihood ↓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Data Project Management Deck</dc:title>
  <dc:subject>PptxGenJS Presentation</dc:subject>
  <dc:creator>PptxGenJS</dc:creator>
  <cp:lastModifiedBy>PptxGenJS</cp:lastModifiedBy>
  <cp:revision>1</cp:revision>
  <dcterms:created xsi:type="dcterms:W3CDTF">2026-03-23T22:12:54Z</dcterms:created>
  <dcterms:modified xsi:type="dcterms:W3CDTF">2026-03-23T22:12:54Z</dcterms:modified>
</cp:coreProperties>
</file>