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Quality</c:v>
                </c:pt>
              </c:strCache>
            </c:strRef>
          </c:tx>
          <c:spPr>
            <a:solidFill>
              <a:srgbClr val="C0504D"/>
            </a:solidFill>
            <a:ln w="9525" cap="flat">
              <a:solidFill>
                <a:srgbClr val="2D2D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Completeness</c:v>
                  </c:pt>
                  <c:pt idx="1">
                    <c:v>Accuracy</c:v>
                  </c:pt>
                  <c:pt idx="2">
                    <c:v>Consistency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85</c:v>
                </c:pt>
                <c:pt idx="2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Performance</c:v>
                </c:pt>
              </c:strCache>
            </c:strRef>
          </c:tx>
          <c:spPr>
            <a:solidFill>
              <a:srgbClr val="4F81BD"/>
            </a:solidFill>
            <a:ln w="9525" cap="flat">
              <a:solidFill>
                <a:srgbClr val="2D2D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</c:v>
                </c:pt>
                <c:pt idx="1">
                  <c:v>78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PROJECT MANAGEMENT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Define Goals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Collect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88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&amp; Transform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611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Analyze &amp;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 &amp; Monitor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 — Goal &amp; Scope Definition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5564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 — Data Collection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957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 — Data Cleaning &amp; Transformation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0358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 — Analysis &amp; Modeling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758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— Deployment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D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MONITORING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4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CHECKLIST &amp; RISKS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project goals defined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completed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verified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validated &amp; tested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monitored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aligned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 sources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365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stakeholder engagement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365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underperformance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Project Management – Overview</dc:title>
  <dc:subject>PptxGenJS Presentation</dc:subject>
  <dc:creator>PptxGenJS</dc:creator>
  <cp:lastModifiedBy>PptxGenJS</cp:lastModifiedBy>
  <cp:revision>1</cp:revision>
  <dcterms:created xsi:type="dcterms:W3CDTF">2026-03-23T22:07:29Z</dcterms:created>
  <dcterms:modified xsi:type="dcterms:W3CDTF">2026-03-23T22:07:29Z</dcterms:modified>
</cp:coreProperties>
</file>