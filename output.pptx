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algn="ctr" indent="0" marL="0">
              <a:buNone/>
            </a:pPr>
            <a:r>
              <a:rPr lang="en-US" sz="3600" b="1" dirty="0">
                <a:solidFill>
                  <a:srgbClr val="2C5F2D"/>
                </a:solidFill>
                <a:latin typeface="Georgia" pitchFamily="34" charset="0"/>
                <a:ea typeface="Georgia" pitchFamily="34" charset="-122"/>
                <a:cs typeface="Georgia" pitchFamily="34" charset="-120"/>
              </a:rPr>
              <a:t>Introduction to Data Project Management</a:t>
            </a:r>
            <a:endParaRPr lang="en-US" sz="3600" dirty="0"/>
          </a:p>
        </p:txBody>
      </p:sp>
      <p:sp>
        <p:nvSpPr>
          <p:cNvPr id="3" name="Text 1"/>
          <p:cNvSpPr/>
          <p:nvPr/>
        </p:nvSpPr>
        <p:spPr>
          <a:xfrm>
            <a:off x="457200" y="1828800"/>
            <a:ext cx="8229600" cy="2743200"/>
          </a:xfrm>
          <a:prstGeom prst="rect">
            <a:avLst/>
          </a:prstGeom>
          <a:noFill/>
          <a:ln/>
        </p:spPr>
        <p:txBody>
          <a:bodyPr wrap="square" rtlCol="0" anchor="t"/>
          <a:lstStyle/>
          <a:p>
            <a:pPr algn="l" indent="0" marL="0">
              <a:buNone/>
            </a:pPr>
            <a:r>
              <a:rPr lang="en-US" sz="1800" dirty="0">
                <a:solidFill>
                  <a:srgbClr val="97BC62"/>
                </a:solidFill>
                <a:latin typeface="Calibri" pitchFamily="34" charset="0"/>
                <a:ea typeface="Calibri" pitchFamily="34" charset="-122"/>
                <a:cs typeface="Calibri" pitchFamily="34" charset="-120"/>
              </a:rPr>
              <a:t>Effective data project management is crucial for organizations to derive actionable insights and make informed decisions, as it enables the efficient collection, analysis, and interpretation of complex data sets.</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A well-managed data project ensures that all stakeholders are aligned with the project's objectives, timelines, and resources, ultimately leading to successful project delivery and maximum ROI.</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By adopting a structured approach to data project management, organizations can mitigate potential risks, ensure data quality and integrity, and foster a culture of data-driven decision-making.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algn="ctr" indent="0" marL="0">
              <a:buNone/>
            </a:pPr>
            <a:r>
              <a:rPr lang="en-US" sz="3600" b="1" dirty="0">
                <a:solidFill>
                  <a:srgbClr val="2C5F2D"/>
                </a:solidFill>
                <a:latin typeface="Georgia" pitchFamily="34" charset="0"/>
                <a:ea typeface="Georgia" pitchFamily="34" charset="-122"/>
                <a:cs typeface="Georgia" pitchFamily="34" charset="-120"/>
              </a:rPr>
              <a:t>Project Planning</a:t>
            </a:r>
            <a:endParaRPr lang="en-US" sz="3600" dirty="0"/>
          </a:p>
        </p:txBody>
      </p:sp>
      <p:sp>
        <p:nvSpPr>
          <p:cNvPr id="3" name="Text 1"/>
          <p:cNvSpPr/>
          <p:nvPr/>
        </p:nvSpPr>
        <p:spPr>
          <a:xfrm>
            <a:off x="457200" y="1828800"/>
            <a:ext cx="8229600" cy="2743200"/>
          </a:xfrm>
          <a:prstGeom prst="rect">
            <a:avLst/>
          </a:prstGeom>
          <a:noFill/>
          <a:ln/>
        </p:spPr>
        <p:txBody>
          <a:bodyPr wrap="square" rtlCol="0" anchor="t"/>
          <a:lstStyle/>
          <a:p>
            <a:pPr algn="l" indent="0" marL="0">
              <a:buNone/>
            </a:pPr>
            <a:r>
              <a:rPr lang="en-US" sz="1800" dirty="0">
                <a:solidFill>
                  <a:srgbClr val="97BC62"/>
                </a:solidFill>
                <a:latin typeface="Calibri" pitchFamily="34" charset="0"/>
                <a:ea typeface="Calibri" pitchFamily="34" charset="-122"/>
                <a:cs typeface="Calibri" pitchFamily="34" charset="-120"/>
              </a:rPr>
              <a:t>Define clear and measurable objectives that align with the organization's overall strategy, ensuring everyone involved in the project is working towards the same goals.</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Identify all relevant stakeholders, including project team members, sponsors, customers, and end-users, to ensure their needs and expectations are considered and managed throughout the project.</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Create a detailed project timeline, including milestones and deadlines, to help track progress, allocate resources, and make adjustments as needed.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algn="ctr" indent="0" marL="0">
              <a:buNone/>
            </a:pPr>
            <a:r>
              <a:rPr lang="en-US" sz="3600" b="1" dirty="0">
                <a:solidFill>
                  <a:srgbClr val="2C5F2D"/>
                </a:solidFill>
                <a:latin typeface="Georgia" pitchFamily="34" charset="0"/>
                <a:ea typeface="Georgia" pitchFamily="34" charset="-122"/>
                <a:cs typeface="Georgia" pitchFamily="34" charset="-120"/>
              </a:rPr>
              <a:t>Data Management</a:t>
            </a:r>
            <a:endParaRPr lang="en-US" sz="3600" dirty="0"/>
          </a:p>
        </p:txBody>
      </p:sp>
      <p:sp>
        <p:nvSpPr>
          <p:cNvPr id="3" name="Text 1"/>
          <p:cNvSpPr/>
          <p:nvPr/>
        </p:nvSpPr>
        <p:spPr>
          <a:xfrm>
            <a:off x="457200" y="1828800"/>
            <a:ext cx="8229600" cy="2743200"/>
          </a:xfrm>
          <a:prstGeom prst="rect">
            <a:avLst/>
          </a:prstGeom>
          <a:noFill/>
          <a:ln/>
        </p:spPr>
        <p:txBody>
          <a:bodyPr wrap="square" rtlCol="0" anchor="t"/>
          <a:lstStyle/>
          <a:p>
            <a:pPr algn="l" indent="0" marL="0">
              <a:buNone/>
            </a:pPr>
            <a:r>
              <a:rPr lang="en-US" sz="1800" dirty="0">
                <a:solidFill>
                  <a:srgbClr val="97BC62"/>
                </a:solidFill>
                <a:latin typeface="Calibri" pitchFamily="34" charset="0"/>
                <a:ea typeface="Calibri" pitchFamily="34" charset="-122"/>
                <a:cs typeface="Calibri" pitchFamily="34" charset="-120"/>
              </a:rPr>
              <a:t>Data Collection: This involves gathering data from various sources, including databases, files, and user input, to create a comprehensive dataset for analysis. It requires careful planning to ensure that the data is accurate, complete, and relevant to the project goals.</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Data Cleaning: Once the data is collected, it needs to be cleaned to remove any errors, inconsistencies, or duplicates. This step is crucial in ensuring that the data is reliable and can be used for meaningful analysis.</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Data Analysis: After the data is cleaned, it can be analyzed to extract insights and patterns. This involves using statistical techniques, data visualization tools, and machine learning algorithms to identify trends, correlations, and relationships within the data.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algn="ctr" indent="0" marL="0">
              <a:buNone/>
            </a:pPr>
            <a:r>
              <a:rPr lang="en-US" sz="3600" b="1" dirty="0">
                <a:solidFill>
                  <a:srgbClr val="2C5F2D"/>
                </a:solidFill>
                <a:latin typeface="Georgia" pitchFamily="34" charset="0"/>
                <a:ea typeface="Georgia" pitchFamily="34" charset="-122"/>
                <a:cs typeface="Georgia" pitchFamily="34" charset="-120"/>
              </a:rPr>
              <a:t>Conclusion</a:t>
            </a:r>
            <a:endParaRPr lang="en-US" sz="3600" dirty="0"/>
          </a:p>
        </p:txBody>
      </p:sp>
      <p:sp>
        <p:nvSpPr>
          <p:cNvPr id="3" name="Text 1"/>
          <p:cNvSpPr/>
          <p:nvPr/>
        </p:nvSpPr>
        <p:spPr>
          <a:xfrm>
            <a:off x="457200" y="1828800"/>
            <a:ext cx="8229600" cy="2743200"/>
          </a:xfrm>
          <a:prstGeom prst="rect">
            <a:avLst/>
          </a:prstGeom>
          <a:noFill/>
          <a:ln/>
        </p:spPr>
        <p:txBody>
          <a:bodyPr wrap="square" rtlCol="0" anchor="t"/>
          <a:lstStyle/>
          <a:p>
            <a:pPr algn="l" indent="0" marL="0">
              <a:buNone/>
            </a:pPr>
            <a:r>
              <a:rPr lang="en-US" sz="1800" dirty="0">
                <a:solidFill>
                  <a:srgbClr val="97BC62"/>
                </a:solidFill>
                <a:latin typeface="Calibri" pitchFamily="34" charset="0"/>
                <a:ea typeface="Calibri" pitchFamily="34" charset="-122"/>
                <a:cs typeface="Calibri" pitchFamily="34" charset="-120"/>
              </a:rPr>
              <a:t>To ensure the success and longevity of a data project, it's essential to implement best practices such as continuous monitoring, regular updates, and thorough documentation. This not only helps in maintaining the project's integrity but also facilitates knowledge sharing among team members.</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Embracing future directions in data management, such as the integration of artificial intelligence and machine learning, can significantly enhance the project's capabilities and provide more insightful outcomes. Staying updated with the latest trends and technologies is crucial for adapting to changing project requirements.</a:t>
            </a:r>
            <a:endParaRPr lang="en-US" sz="1800" dirty="0"/>
          </a:p>
          <a:p>
            <a:pPr algn="l" indent="0" marL="0">
              <a:buNone/>
            </a:pPr>
            <a:r>
              <a:rPr lang="en-US" sz="1800" dirty="0">
                <a:solidFill>
                  <a:srgbClr val="97BC62"/>
                </a:solidFill>
                <a:latin typeface="Calibri" pitchFamily="34" charset="0"/>
                <a:ea typeface="Calibri" pitchFamily="34" charset="-122"/>
                <a:cs typeface="Calibri" pitchFamily="34" charset="-120"/>
              </a:rPr>
              <a:t>By combining best practices with a forward-thinking approach, data project managers can create a robust and adaptable framework that supports the project's goals and objectives, while also being responsive to emerging challenges and opportunities.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a Data Project</dc:title>
  <dc:subject>PptxGenJS Presentation</dc:subject>
  <dc:creator>Your Name</dc:creator>
  <cp:lastModifiedBy>Your Name</cp:lastModifiedBy>
  <cp:revision>1</cp:revision>
  <dcterms:created xsi:type="dcterms:W3CDTF">2026-03-23T21:58:08Z</dcterms:created>
  <dcterms:modified xsi:type="dcterms:W3CDTF">2026-03-23T21:58:08Z</dcterms:modified>
</cp:coreProperties>
</file>